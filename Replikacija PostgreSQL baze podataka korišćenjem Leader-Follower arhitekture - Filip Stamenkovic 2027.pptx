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Space Grotesk Light"/>
      <p:regular r:id="rId29"/>
      <p:bold r:id="rId30"/>
    </p:embeddedFont>
    <p:embeddedFont>
      <p:font typeface="Space Grotesk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Grotesk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paceGrotesk-regular.fntdata"/><Relationship Id="rId30" Type="http://schemas.openxmlformats.org/officeDocument/2006/relationships/font" Target="fonts/SpaceGroteskLigh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SpaceGrotesk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d1ebdf7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9d1ebdf7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9d1ebdf7c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9d1ebdf7c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9d1ebdf7c5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9d1ebdf7c5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9d1ebdf7c5_0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9d1ebdf7c5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d1ebdf7c5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9d1ebdf7c5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9d1ebdf7c5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9d1ebdf7c5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bdf64a4a6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bdf64a4a6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9d93737e9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9d93737e9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9d93737e9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9d93737e9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9d1ebdf7c5_0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9d1ebdf7c5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9d1ebdf7c5_0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9d1ebdf7c5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d1ebdf7c5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9d1ebdf7c5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bdf64a4a6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bdf64a4a6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f85f78a35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f85f78a35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85f78a35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f85f78a35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85f78a35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f85f78a35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8727a1a5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f8727a1a5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85f78a35f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f85f78a35f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85f78a35f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f85f78a35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3659249">
            <a:off x="3884409" y="-1334980"/>
            <a:ext cx="7813599" cy="781359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226100" y="144575"/>
            <a:ext cx="8689200" cy="23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1404200" y="2784425"/>
            <a:ext cx="7551000" cy="228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226100" y="480161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4" type="subTitle"/>
          </p:nvPr>
        </p:nvSpPr>
        <p:spPr>
          <a:xfrm>
            <a:off x="6097200" y="3018188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description and two images">
  <p:cSld name="CUSTOM_3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37660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/>
          <p:nvPr>
            <p:ph idx="3" type="pic"/>
          </p:nvPr>
        </p:nvSpPr>
        <p:spPr>
          <a:xfrm>
            <a:off x="2286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244677" y="1660325"/>
            <a:ext cx="43905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24467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24467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376602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376602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8" type="title"/>
          </p:nvPr>
        </p:nvSpPr>
        <p:spPr>
          <a:xfrm>
            <a:off x="149953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228600" y="1177425"/>
            <a:ext cx="3755700" cy="17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228600" y="1177425"/>
            <a:ext cx="37557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31" name="Google Shape;31;p5"/>
          <p:cNvSpPr/>
          <p:nvPr/>
        </p:nvSpPr>
        <p:spPr>
          <a:xfrm rot="-4965287">
            <a:off x="3128596" y="1334473"/>
            <a:ext cx="9524549" cy="952454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571900" y="3313500"/>
            <a:ext cx="3343500" cy="7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5571900" y="4320975"/>
            <a:ext cx="33435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 messures">
  <p:cSld name="CUSTOM_8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12450" y="177900"/>
            <a:ext cx="57894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8" name="Google Shape;38;p7"/>
          <p:cNvSpPr txBox="1"/>
          <p:nvPr>
            <p:ph idx="2" type="title"/>
          </p:nvPr>
        </p:nvSpPr>
        <p:spPr>
          <a:xfrm>
            <a:off x="2218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3" type="title"/>
          </p:nvPr>
        </p:nvSpPr>
        <p:spPr>
          <a:xfrm>
            <a:off x="2218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4" type="title"/>
          </p:nvPr>
        </p:nvSpPr>
        <p:spPr>
          <a:xfrm>
            <a:off x="335585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5" type="title"/>
          </p:nvPr>
        </p:nvSpPr>
        <p:spPr>
          <a:xfrm>
            <a:off x="64899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6" type="title"/>
          </p:nvPr>
        </p:nvSpPr>
        <p:spPr>
          <a:xfrm>
            <a:off x="335585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7" type="title"/>
          </p:nvPr>
        </p:nvSpPr>
        <p:spPr>
          <a:xfrm>
            <a:off x="64967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hasCustomPrompt="1" idx="8" type="title"/>
          </p:nvPr>
        </p:nvSpPr>
        <p:spPr>
          <a:xfrm>
            <a:off x="2286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7"/>
          <p:cNvSpPr txBox="1"/>
          <p:nvPr>
            <p:ph idx="9" type="title"/>
          </p:nvPr>
        </p:nvSpPr>
        <p:spPr>
          <a:xfrm>
            <a:off x="2286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6" name="Google Shape;46;p7"/>
          <p:cNvSpPr txBox="1"/>
          <p:nvPr>
            <p:ph hasCustomPrompt="1" idx="13" type="title"/>
          </p:nvPr>
        </p:nvSpPr>
        <p:spPr>
          <a:xfrm>
            <a:off x="18648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7"/>
          <p:cNvSpPr txBox="1"/>
          <p:nvPr>
            <p:ph idx="14" type="title"/>
          </p:nvPr>
        </p:nvSpPr>
        <p:spPr>
          <a:xfrm>
            <a:off x="18648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8" name="Google Shape;48;p7"/>
          <p:cNvSpPr txBox="1"/>
          <p:nvPr>
            <p:ph hasCustomPrompt="1" idx="15" type="title"/>
          </p:nvPr>
        </p:nvSpPr>
        <p:spPr>
          <a:xfrm>
            <a:off x="33592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7"/>
          <p:cNvSpPr txBox="1"/>
          <p:nvPr>
            <p:ph idx="16" type="title"/>
          </p:nvPr>
        </p:nvSpPr>
        <p:spPr>
          <a:xfrm>
            <a:off x="33592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hasCustomPrompt="1" idx="17" type="title"/>
          </p:nvPr>
        </p:nvSpPr>
        <p:spPr>
          <a:xfrm>
            <a:off x="49954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7"/>
          <p:cNvSpPr txBox="1"/>
          <p:nvPr>
            <p:ph idx="18" type="title"/>
          </p:nvPr>
        </p:nvSpPr>
        <p:spPr>
          <a:xfrm>
            <a:off x="49954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2" name="Google Shape;52;p7"/>
          <p:cNvSpPr txBox="1"/>
          <p:nvPr>
            <p:ph hasCustomPrompt="1" idx="19" type="title"/>
          </p:nvPr>
        </p:nvSpPr>
        <p:spPr>
          <a:xfrm>
            <a:off x="64899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7"/>
          <p:cNvSpPr txBox="1"/>
          <p:nvPr>
            <p:ph idx="20" type="title"/>
          </p:nvPr>
        </p:nvSpPr>
        <p:spPr>
          <a:xfrm>
            <a:off x="64899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4" name="Google Shape;54;p7"/>
          <p:cNvSpPr txBox="1"/>
          <p:nvPr>
            <p:ph hasCustomPrompt="1" idx="21" type="title"/>
          </p:nvPr>
        </p:nvSpPr>
        <p:spPr>
          <a:xfrm>
            <a:off x="81261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7"/>
          <p:cNvSpPr txBox="1"/>
          <p:nvPr>
            <p:ph idx="22" type="title"/>
          </p:nvPr>
        </p:nvSpPr>
        <p:spPr>
          <a:xfrm>
            <a:off x="81261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's highlighted outcomes">
  <p:cSld name="CUSTOM_7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212450" y="177900"/>
            <a:ext cx="57894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228600" y="179930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subTitle"/>
          </p:nvPr>
        </p:nvSpPr>
        <p:spPr>
          <a:xfrm>
            <a:off x="228600" y="292675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subTitle"/>
          </p:nvPr>
        </p:nvSpPr>
        <p:spPr>
          <a:xfrm>
            <a:off x="228600" y="4033496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subTitle"/>
          </p:nvPr>
        </p:nvSpPr>
        <p:spPr>
          <a:xfrm>
            <a:off x="2443950" y="18200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5" type="subTitle"/>
          </p:nvPr>
        </p:nvSpPr>
        <p:spPr>
          <a:xfrm>
            <a:off x="2443950" y="29371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6" type="subTitle"/>
          </p:nvPr>
        </p:nvSpPr>
        <p:spPr>
          <a:xfrm>
            <a:off x="2443950" y="40542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7" type="subTitle"/>
          </p:nvPr>
        </p:nvSpPr>
        <p:spPr>
          <a:xfrm>
            <a:off x="5050200" y="18200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5" name="Google Shape;65;p8"/>
          <p:cNvSpPr txBox="1"/>
          <p:nvPr>
            <p:ph idx="8" type="subTitle"/>
          </p:nvPr>
        </p:nvSpPr>
        <p:spPr>
          <a:xfrm>
            <a:off x="5050200" y="29371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6" name="Google Shape;66;p8"/>
          <p:cNvSpPr txBox="1"/>
          <p:nvPr>
            <p:ph idx="9" type="subTitle"/>
          </p:nvPr>
        </p:nvSpPr>
        <p:spPr>
          <a:xfrm>
            <a:off x="5050200" y="40542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ndicators">
  <p:cSld name="CUSTOM_6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hasCustomPrompt="1" type="title"/>
          </p:nvPr>
        </p:nvSpPr>
        <p:spPr>
          <a:xfrm>
            <a:off x="3370125" y="3495645"/>
            <a:ext cx="1127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3372000" y="3897425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hasCustomPrompt="1" idx="2" type="title"/>
          </p:nvPr>
        </p:nvSpPr>
        <p:spPr>
          <a:xfrm>
            <a:off x="5819400" y="2556158"/>
            <a:ext cx="22089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9"/>
          <p:cNvSpPr txBox="1"/>
          <p:nvPr>
            <p:ph idx="3" type="subTitle"/>
          </p:nvPr>
        </p:nvSpPr>
        <p:spPr>
          <a:xfrm>
            <a:off x="6017200" y="3305600"/>
            <a:ext cx="17316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4" type="title"/>
          </p:nvPr>
        </p:nvSpPr>
        <p:spPr>
          <a:xfrm>
            <a:off x="212450" y="177900"/>
            <a:ext cx="5645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3" name="Google Shape;73;p9"/>
          <p:cNvSpPr txBox="1"/>
          <p:nvPr>
            <p:ph hasCustomPrompt="1" idx="5" type="title"/>
          </p:nvPr>
        </p:nvSpPr>
        <p:spPr>
          <a:xfrm>
            <a:off x="1753450" y="3792650"/>
            <a:ext cx="7980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9"/>
          <p:cNvSpPr txBox="1"/>
          <p:nvPr>
            <p:ph idx="6" type="subTitle"/>
          </p:nvPr>
        </p:nvSpPr>
        <p:spPr>
          <a:xfrm>
            <a:off x="1561550" y="4183550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items">
  <p:cSld name="CUSTOM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7" name="Google Shape;77;p10"/>
          <p:cNvSpPr txBox="1"/>
          <p:nvPr>
            <p:ph idx="1" type="subTitle"/>
          </p:nvPr>
        </p:nvSpPr>
        <p:spPr>
          <a:xfrm>
            <a:off x="591847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78" name="Google Shape;78;p10"/>
          <p:cNvSpPr txBox="1"/>
          <p:nvPr>
            <p:ph idx="2" type="subTitle"/>
          </p:nvPr>
        </p:nvSpPr>
        <p:spPr>
          <a:xfrm>
            <a:off x="587100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3" type="subTitle"/>
          </p:nvPr>
        </p:nvSpPr>
        <p:spPr>
          <a:xfrm>
            <a:off x="4991772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0" name="Google Shape;80;p10"/>
          <p:cNvSpPr txBox="1"/>
          <p:nvPr>
            <p:ph idx="4" type="subTitle"/>
          </p:nvPr>
        </p:nvSpPr>
        <p:spPr>
          <a:xfrm>
            <a:off x="5918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1" name="Google Shape;81;p10"/>
          <p:cNvSpPr txBox="1"/>
          <p:nvPr>
            <p:ph idx="5" type="subTitle"/>
          </p:nvPr>
        </p:nvSpPr>
        <p:spPr>
          <a:xfrm>
            <a:off x="5871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6" type="subTitle"/>
          </p:nvPr>
        </p:nvSpPr>
        <p:spPr>
          <a:xfrm>
            <a:off x="4987025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7" type="subTitle"/>
          </p:nvPr>
        </p:nvSpPr>
        <p:spPr>
          <a:xfrm>
            <a:off x="49941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4" name="Google Shape;84;p10"/>
          <p:cNvSpPr txBox="1"/>
          <p:nvPr>
            <p:ph idx="8" type="subTitle"/>
          </p:nvPr>
        </p:nvSpPr>
        <p:spPr>
          <a:xfrm>
            <a:off x="49894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>
            <p:ph idx="2" type="pic"/>
          </p:nvPr>
        </p:nvSpPr>
        <p:spPr>
          <a:xfrm>
            <a:off x="248128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/>
          <p:nvPr>
            <p:ph idx="3" type="pic"/>
          </p:nvPr>
        </p:nvSpPr>
        <p:spPr>
          <a:xfrm>
            <a:off x="473395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1"/>
          <p:cNvSpPr/>
          <p:nvPr>
            <p:ph idx="4" type="pic"/>
          </p:nvPr>
        </p:nvSpPr>
        <p:spPr>
          <a:xfrm>
            <a:off x="698663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1"/>
          <p:cNvSpPr/>
          <p:nvPr>
            <p:ph idx="5" type="pic"/>
          </p:nvPr>
        </p:nvSpPr>
        <p:spPr>
          <a:xfrm>
            <a:off x="22860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0" name="Google Shape;90;p11"/>
          <p:cNvCxnSpPr/>
          <p:nvPr/>
        </p:nvCxnSpPr>
        <p:spPr>
          <a:xfrm>
            <a:off x="22860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1"/>
          <p:cNvCxnSpPr/>
          <p:nvPr/>
        </p:nvCxnSpPr>
        <p:spPr>
          <a:xfrm>
            <a:off x="248127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1"/>
          <p:cNvCxnSpPr/>
          <p:nvPr/>
        </p:nvCxnSpPr>
        <p:spPr>
          <a:xfrm>
            <a:off x="473395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1"/>
          <p:cNvCxnSpPr/>
          <p:nvPr/>
        </p:nvCxnSpPr>
        <p:spPr>
          <a:xfrm>
            <a:off x="698662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1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1"/>
          <p:cNvSpPr txBox="1"/>
          <p:nvPr>
            <p:ph idx="1" type="subTitle"/>
          </p:nvPr>
        </p:nvSpPr>
        <p:spPr>
          <a:xfrm>
            <a:off x="2286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6" type="subTitle"/>
          </p:nvPr>
        </p:nvSpPr>
        <p:spPr>
          <a:xfrm>
            <a:off x="2286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7" type="subTitle"/>
          </p:nvPr>
        </p:nvSpPr>
        <p:spPr>
          <a:xfrm>
            <a:off x="2286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8" type="subTitle"/>
          </p:nvPr>
        </p:nvSpPr>
        <p:spPr>
          <a:xfrm>
            <a:off x="24813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9" type="subTitle"/>
          </p:nvPr>
        </p:nvSpPr>
        <p:spPr>
          <a:xfrm>
            <a:off x="24813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13" type="subTitle"/>
          </p:nvPr>
        </p:nvSpPr>
        <p:spPr>
          <a:xfrm>
            <a:off x="24813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14" type="subTitle"/>
          </p:nvPr>
        </p:nvSpPr>
        <p:spPr>
          <a:xfrm>
            <a:off x="47340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15" type="subTitle"/>
          </p:nvPr>
        </p:nvSpPr>
        <p:spPr>
          <a:xfrm>
            <a:off x="47340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16" type="subTitle"/>
          </p:nvPr>
        </p:nvSpPr>
        <p:spPr>
          <a:xfrm>
            <a:off x="47340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17" type="subTitle"/>
          </p:nvPr>
        </p:nvSpPr>
        <p:spPr>
          <a:xfrm>
            <a:off x="69867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18" type="subTitle"/>
          </p:nvPr>
        </p:nvSpPr>
        <p:spPr>
          <a:xfrm>
            <a:off x="69867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19" type="subTitle"/>
          </p:nvPr>
        </p:nvSpPr>
        <p:spPr>
          <a:xfrm>
            <a:off x="69867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/>
          <p:nvPr>
            <p:ph idx="2" type="pic"/>
          </p:nvPr>
        </p:nvSpPr>
        <p:spPr>
          <a:xfrm>
            <a:off x="703447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2"/>
          <p:cNvSpPr/>
          <p:nvPr>
            <p:ph idx="3" type="pic"/>
          </p:nvPr>
        </p:nvSpPr>
        <p:spPr>
          <a:xfrm>
            <a:off x="252912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2"/>
          <p:cNvSpPr/>
          <p:nvPr>
            <p:ph idx="4" type="pic"/>
          </p:nvPr>
        </p:nvSpPr>
        <p:spPr>
          <a:xfrm>
            <a:off x="478180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2"/>
          <p:cNvSpPr/>
          <p:nvPr>
            <p:ph idx="5" type="pic"/>
          </p:nvPr>
        </p:nvSpPr>
        <p:spPr>
          <a:xfrm>
            <a:off x="27645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2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24150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4" name="Google Shape;114;p12"/>
          <p:cNvSpPr txBox="1"/>
          <p:nvPr>
            <p:ph idx="6" type="subTitle"/>
          </p:nvPr>
        </p:nvSpPr>
        <p:spPr>
          <a:xfrm>
            <a:off x="424100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7" type="subTitle"/>
          </p:nvPr>
        </p:nvSpPr>
        <p:spPr>
          <a:xfrm>
            <a:off x="267682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6" name="Google Shape;116;p12"/>
          <p:cNvSpPr txBox="1"/>
          <p:nvPr>
            <p:ph idx="8" type="subTitle"/>
          </p:nvPr>
        </p:nvSpPr>
        <p:spPr>
          <a:xfrm>
            <a:off x="267677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9" type="subTitle"/>
          </p:nvPr>
        </p:nvSpPr>
        <p:spPr>
          <a:xfrm>
            <a:off x="49214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13" type="subTitle"/>
          </p:nvPr>
        </p:nvSpPr>
        <p:spPr>
          <a:xfrm>
            <a:off x="49214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12"/>
          <p:cNvSpPr txBox="1"/>
          <p:nvPr>
            <p:ph idx="14" type="subTitle"/>
          </p:nvPr>
        </p:nvSpPr>
        <p:spPr>
          <a:xfrm>
            <a:off x="71821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15" type="subTitle"/>
          </p:nvPr>
        </p:nvSpPr>
        <p:spPr>
          <a:xfrm>
            <a:off x="71821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body">
  <p:cSld name="BLANK_1_1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212450" y="177900"/>
            <a:ext cx="64470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123" name="Google Shape;123;p13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3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2" type="subTitle"/>
          </p:nvPr>
        </p:nvSpPr>
        <p:spPr>
          <a:xfrm>
            <a:off x="230434" y="881700"/>
            <a:ext cx="6447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Quotes - Alt 1">
  <p:cSld name="BLANK_1_1_1_1_2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>
            <p:ph idx="2" type="pic"/>
          </p:nvPr>
        </p:nvSpPr>
        <p:spPr>
          <a:xfrm>
            <a:off x="46892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3" type="subTitle"/>
          </p:nvPr>
        </p:nvSpPr>
        <p:spPr>
          <a:xfrm>
            <a:off x="228600" y="881700"/>
            <a:ext cx="86868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4" type="subTitle"/>
          </p:nvPr>
        </p:nvSpPr>
        <p:spPr>
          <a:xfrm>
            <a:off x="13260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5" type="subTitle"/>
          </p:nvPr>
        </p:nvSpPr>
        <p:spPr>
          <a:xfrm>
            <a:off x="13348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3" name="Google Shape;133;p14"/>
          <p:cNvSpPr/>
          <p:nvPr>
            <p:ph idx="6" type="pic"/>
          </p:nvPr>
        </p:nvSpPr>
        <p:spPr>
          <a:xfrm>
            <a:off x="490997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14"/>
          <p:cNvSpPr txBox="1"/>
          <p:nvPr>
            <p:ph idx="7" type="subTitle"/>
          </p:nvPr>
        </p:nvSpPr>
        <p:spPr>
          <a:xfrm>
            <a:off x="57647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5" name="Google Shape;135;p14"/>
          <p:cNvSpPr txBox="1"/>
          <p:nvPr>
            <p:ph idx="8" type="subTitle"/>
          </p:nvPr>
        </p:nvSpPr>
        <p:spPr>
          <a:xfrm>
            <a:off x="57735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16200038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 rot="10800000">
            <a:off x="-533850" y="726875"/>
            <a:ext cx="5915100" cy="5915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370825" y="-960900"/>
            <a:ext cx="2762400" cy="2762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959600" y="2651706"/>
            <a:ext cx="1184400" cy="1184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8226006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1" name="Google Shape;141;p15"/>
          <p:cNvSpPr/>
          <p:nvPr/>
        </p:nvSpPr>
        <p:spPr>
          <a:xfrm flipH="1" rot="-5400000">
            <a:off x="5305483" y="452788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68365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3" name="Google Shape;143;p15"/>
          <p:cNvSpPr/>
          <p:nvPr/>
        </p:nvSpPr>
        <p:spPr>
          <a:xfrm rot="5400000">
            <a:off x="423169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4" name="Google Shape;144;p15"/>
          <p:cNvSpPr/>
          <p:nvPr/>
        </p:nvSpPr>
        <p:spPr>
          <a:xfrm rot="5400000">
            <a:off x="661864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5" name="Google Shape;145;p15"/>
          <p:cNvSpPr/>
          <p:nvPr/>
        </p:nvSpPr>
        <p:spPr>
          <a:xfrm rot="5400000">
            <a:off x="3164781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15"/>
          <p:cNvSpPr/>
          <p:nvPr/>
        </p:nvSpPr>
        <p:spPr>
          <a:xfrm flipH="1" rot="-5400000">
            <a:off x="531076" y="4586075"/>
            <a:ext cx="24300" cy="628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7" name="Google Shape;147;p15"/>
          <p:cNvSpPr/>
          <p:nvPr/>
        </p:nvSpPr>
        <p:spPr>
          <a:xfrm rot="5400000">
            <a:off x="64008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8" name="Google Shape;148;p15"/>
          <p:cNvSpPr/>
          <p:nvPr/>
        </p:nvSpPr>
        <p:spPr>
          <a:xfrm rot="5400000">
            <a:off x="1557419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">
  <p:cSld name="BLANK_1_1_1_1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/>
          <p:nvPr/>
        </p:nvSpPr>
        <p:spPr>
          <a:xfrm rot="-8920466">
            <a:off x="2599338" y="503023"/>
            <a:ext cx="5915173" cy="5915173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6"/>
          <p:cNvSpPr txBox="1"/>
          <p:nvPr>
            <p:ph idx="1" type="subTitle"/>
          </p:nvPr>
        </p:nvSpPr>
        <p:spPr>
          <a:xfrm>
            <a:off x="3237075" y="4074650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3" name="Google Shape;153;p16"/>
          <p:cNvSpPr/>
          <p:nvPr/>
        </p:nvSpPr>
        <p:spPr>
          <a:xfrm rot="-8920806">
            <a:off x="581601" y="399117"/>
            <a:ext cx="1887207" cy="1887207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6"/>
          <p:cNvSpPr txBox="1"/>
          <p:nvPr>
            <p:ph type="title"/>
          </p:nvPr>
        </p:nvSpPr>
        <p:spPr>
          <a:xfrm>
            <a:off x="1174800" y="1562850"/>
            <a:ext cx="67944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55" name="Google Shape;155;p16"/>
          <p:cNvSpPr/>
          <p:nvPr/>
        </p:nvSpPr>
        <p:spPr>
          <a:xfrm>
            <a:off x="8891100" y="2286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891100" y="4464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7" name="Google Shape;157;p16"/>
          <p:cNvSpPr/>
          <p:nvPr/>
        </p:nvSpPr>
        <p:spPr>
          <a:xfrm rot="5400000">
            <a:off x="8673244" y="2286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8" name="Google Shape;158;p16"/>
          <p:cNvSpPr/>
          <p:nvPr/>
        </p:nvSpPr>
        <p:spPr>
          <a:xfrm rot="-5400000">
            <a:off x="228591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9" name="Google Shape;159;p16"/>
          <p:cNvSpPr/>
          <p:nvPr/>
        </p:nvSpPr>
        <p:spPr>
          <a:xfrm rot="-5400000">
            <a:off x="446453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28622" y="446459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16"/>
          <p:cNvSpPr/>
          <p:nvPr/>
        </p:nvSpPr>
        <p:spPr>
          <a:xfrm rot="10800000">
            <a:off x="228591" y="4888025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2" name="Google Shape;162;p16"/>
          <p:cNvSpPr/>
          <p:nvPr/>
        </p:nvSpPr>
        <p:spPr>
          <a:xfrm rot="10800000">
            <a:off x="228591" y="46701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3" name="Google Shape;163;p16"/>
          <p:cNvSpPr/>
          <p:nvPr/>
        </p:nvSpPr>
        <p:spPr>
          <a:xfrm rot="-5400000">
            <a:off x="446447" y="4887994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8891100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5" name="Google Shape;165;p16"/>
          <p:cNvSpPr/>
          <p:nvPr/>
        </p:nvSpPr>
        <p:spPr>
          <a:xfrm rot="5400000">
            <a:off x="8673238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6" name="Google Shape;166;p16"/>
          <p:cNvSpPr/>
          <p:nvPr/>
        </p:nvSpPr>
        <p:spPr>
          <a:xfrm rot="10800000">
            <a:off x="8891069" y="4670166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7" name="Google Shape;167;p16"/>
          <p:cNvSpPr txBox="1"/>
          <p:nvPr>
            <p:ph idx="2" type="subTitle"/>
          </p:nvPr>
        </p:nvSpPr>
        <p:spPr>
          <a:xfrm>
            <a:off x="3237075" y="4300975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28600" y="2077513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228600" y="2764250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228700" y="3469938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2" name="Google Shape;172;p17"/>
          <p:cNvSpPr txBox="1"/>
          <p:nvPr>
            <p:ph idx="4" type="subTitle"/>
          </p:nvPr>
        </p:nvSpPr>
        <p:spPr>
          <a:xfrm>
            <a:off x="228700" y="4194625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212450" y="177900"/>
            <a:ext cx="64467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17"/>
          <p:cNvSpPr txBox="1"/>
          <p:nvPr>
            <p:ph idx="5" type="subTitle"/>
          </p:nvPr>
        </p:nvSpPr>
        <p:spPr>
          <a:xfrm>
            <a:off x="631800" y="20603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6" type="subTitle"/>
          </p:nvPr>
        </p:nvSpPr>
        <p:spPr>
          <a:xfrm>
            <a:off x="631800" y="27470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7" type="subTitle"/>
          </p:nvPr>
        </p:nvSpPr>
        <p:spPr>
          <a:xfrm>
            <a:off x="631850" y="34527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8" type="subTitle"/>
          </p:nvPr>
        </p:nvSpPr>
        <p:spPr>
          <a:xfrm>
            <a:off x="631900" y="41774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9" type="body"/>
          </p:nvPr>
        </p:nvSpPr>
        <p:spPr>
          <a:xfrm>
            <a:off x="2906500" y="4194625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79" name="Google Shape;179;p17"/>
          <p:cNvSpPr txBox="1"/>
          <p:nvPr>
            <p:ph idx="13" type="body"/>
          </p:nvPr>
        </p:nvSpPr>
        <p:spPr>
          <a:xfrm>
            <a:off x="2906400" y="3479438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0" name="Google Shape;180;p17"/>
          <p:cNvSpPr txBox="1"/>
          <p:nvPr>
            <p:ph idx="14" type="body"/>
          </p:nvPr>
        </p:nvSpPr>
        <p:spPr>
          <a:xfrm>
            <a:off x="2906400" y="276426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15" type="body"/>
          </p:nvPr>
        </p:nvSpPr>
        <p:spPr>
          <a:xfrm>
            <a:off x="2906400" y="204831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8891100" y="228600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18"/>
          <p:cNvSpPr/>
          <p:nvPr/>
        </p:nvSpPr>
        <p:spPr>
          <a:xfrm flipH="1" rot="10800000">
            <a:off x="8891100" y="3225473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891100" y="22832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8891100" y="488801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8891100" y="2392138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891100" y="25010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-4353375" y="-4359625"/>
            <a:ext cx="8713800" cy="8713800"/>
          </a:xfrm>
          <a:prstGeom prst="pie">
            <a:avLst>
              <a:gd fmla="val 2137" name="adj1"/>
              <a:gd fmla="val 5410266" name="adj2"/>
            </a:avLst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7661425" y="1330972"/>
            <a:ext cx="406500" cy="406500"/>
          </a:xfrm>
          <a:prstGeom prst="ellipse">
            <a:avLst/>
          </a:prstGeom>
          <a:gradFill>
            <a:gsLst>
              <a:gs pos="0">
                <a:schemeClr val="dk1"/>
              </a:gs>
              <a:gs pos="31000">
                <a:schemeClr val="dk1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1" name="Google Shape;191;p18"/>
          <p:cNvSpPr txBox="1"/>
          <p:nvPr>
            <p:ph idx="1" type="subTitle"/>
          </p:nvPr>
        </p:nvSpPr>
        <p:spPr>
          <a:xfrm>
            <a:off x="228600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2" name="Google Shape;192;p18"/>
          <p:cNvSpPr/>
          <p:nvPr/>
        </p:nvSpPr>
        <p:spPr>
          <a:xfrm>
            <a:off x="5772475" y="912625"/>
            <a:ext cx="1243200" cy="1243200"/>
          </a:xfrm>
          <a:prstGeom prst="ellipse">
            <a:avLst/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3" name="Google Shape;193;p18"/>
          <p:cNvSpPr txBox="1"/>
          <p:nvPr>
            <p:ph idx="2" type="subTitle"/>
          </p:nvPr>
        </p:nvSpPr>
        <p:spPr>
          <a:xfrm>
            <a:off x="541125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5" name="Google Shape;195;p18"/>
          <p:cNvSpPr txBox="1"/>
          <p:nvPr>
            <p:ph idx="3" type="subTitle"/>
          </p:nvPr>
        </p:nvSpPr>
        <p:spPr>
          <a:xfrm>
            <a:off x="541125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4" type="subTitle"/>
          </p:nvPr>
        </p:nvSpPr>
        <p:spPr>
          <a:xfrm>
            <a:off x="228600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5" type="subTitle"/>
          </p:nvPr>
        </p:nvSpPr>
        <p:spPr>
          <a:xfrm>
            <a:off x="3914650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8" name="Google Shape;198;p18"/>
          <p:cNvSpPr txBox="1"/>
          <p:nvPr>
            <p:ph idx="6" type="subTitle"/>
          </p:nvPr>
        </p:nvSpPr>
        <p:spPr>
          <a:xfrm>
            <a:off x="3914650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7" type="subTitle"/>
          </p:nvPr>
        </p:nvSpPr>
        <p:spPr>
          <a:xfrm>
            <a:off x="3602125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8" type="subTitle"/>
          </p:nvPr>
        </p:nvSpPr>
        <p:spPr>
          <a:xfrm>
            <a:off x="541125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1" name="Google Shape;201;p18"/>
          <p:cNvSpPr txBox="1"/>
          <p:nvPr>
            <p:ph idx="9" type="subTitle"/>
          </p:nvPr>
        </p:nvSpPr>
        <p:spPr>
          <a:xfrm>
            <a:off x="541125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13" type="subTitle"/>
          </p:nvPr>
        </p:nvSpPr>
        <p:spPr>
          <a:xfrm>
            <a:off x="228600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14" type="subTitle"/>
          </p:nvPr>
        </p:nvSpPr>
        <p:spPr>
          <a:xfrm>
            <a:off x="3914650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15" type="subTitle"/>
          </p:nvPr>
        </p:nvSpPr>
        <p:spPr>
          <a:xfrm>
            <a:off x="3914650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6" type="subTitle"/>
          </p:nvPr>
        </p:nvSpPr>
        <p:spPr>
          <a:xfrm>
            <a:off x="3602125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7" type="subTitle"/>
          </p:nvPr>
        </p:nvSpPr>
        <p:spPr>
          <a:xfrm>
            <a:off x="3602125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8" type="subTitle"/>
          </p:nvPr>
        </p:nvSpPr>
        <p:spPr>
          <a:xfrm>
            <a:off x="541125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8" name="Google Shape;208;p18"/>
          <p:cNvSpPr txBox="1"/>
          <p:nvPr>
            <p:ph idx="19" type="subTitle"/>
          </p:nvPr>
        </p:nvSpPr>
        <p:spPr>
          <a:xfrm>
            <a:off x="541125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20" type="subTitle"/>
          </p:nvPr>
        </p:nvSpPr>
        <p:spPr>
          <a:xfrm>
            <a:off x="3914650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10" name="Google Shape;210;p18"/>
          <p:cNvSpPr txBox="1"/>
          <p:nvPr>
            <p:ph idx="21" type="subTitle"/>
          </p:nvPr>
        </p:nvSpPr>
        <p:spPr>
          <a:xfrm>
            <a:off x="3914650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-2956425" y="-4767225"/>
            <a:ext cx="9144000" cy="91440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3" name="Google Shape;213;p19"/>
          <p:cNvSpPr txBox="1"/>
          <p:nvPr>
            <p:ph type="title"/>
          </p:nvPr>
        </p:nvSpPr>
        <p:spPr>
          <a:xfrm>
            <a:off x="212450" y="177900"/>
            <a:ext cx="38268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14" name="Google Shape;214;p19"/>
          <p:cNvSpPr/>
          <p:nvPr>
            <p:ph idx="2" type="pic"/>
          </p:nvPr>
        </p:nvSpPr>
        <p:spPr>
          <a:xfrm>
            <a:off x="4618525" y="0"/>
            <a:ext cx="4296600" cy="49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19"/>
          <p:cNvSpPr txBox="1"/>
          <p:nvPr>
            <p:ph idx="1" type="body"/>
          </p:nvPr>
        </p:nvSpPr>
        <p:spPr>
          <a:xfrm>
            <a:off x="228600" y="1177425"/>
            <a:ext cx="33213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16" name="Google Shape;216;p19"/>
          <p:cNvSpPr/>
          <p:nvPr/>
        </p:nvSpPr>
        <p:spPr>
          <a:xfrm rot="-5400000">
            <a:off x="893689" y="422281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7" name="Google Shape;217;p19"/>
          <p:cNvSpPr/>
          <p:nvPr/>
        </p:nvSpPr>
        <p:spPr>
          <a:xfrm flipH="1" rot="5400000">
            <a:off x="3585611" y="452776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8" name="Google Shape;218;p19"/>
          <p:cNvSpPr/>
          <p:nvPr/>
        </p:nvSpPr>
        <p:spPr>
          <a:xfrm rot="-5400000">
            <a:off x="2283189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9" name="Google Shape;219;p19"/>
          <p:cNvSpPr/>
          <p:nvPr/>
        </p:nvSpPr>
        <p:spPr>
          <a:xfrm rot="-5400000">
            <a:off x="2501051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and CTA">
  <p:cSld name="CUSTOM_4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idx="1" type="body"/>
          </p:nvPr>
        </p:nvSpPr>
        <p:spPr>
          <a:xfrm>
            <a:off x="230900" y="2443800"/>
            <a:ext cx="1458300" cy="35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22" name="Google Shape;222;p20"/>
          <p:cNvSpPr/>
          <p:nvPr>
            <p:ph idx="2" type="pic"/>
          </p:nvPr>
        </p:nvSpPr>
        <p:spPr>
          <a:xfrm>
            <a:off x="5303800" y="881700"/>
            <a:ext cx="3611400" cy="4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0"/>
          <p:cNvSpPr txBox="1"/>
          <p:nvPr>
            <p:ph hasCustomPrompt="1" type="title"/>
          </p:nvPr>
        </p:nvSpPr>
        <p:spPr>
          <a:xfrm>
            <a:off x="141051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4" name="Google Shape;224;p20"/>
          <p:cNvSpPr txBox="1"/>
          <p:nvPr>
            <p:ph idx="3"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5" name="Google Shape;225;p20"/>
          <p:cNvSpPr txBox="1"/>
          <p:nvPr>
            <p:ph idx="4" type="subTitle"/>
          </p:nvPr>
        </p:nvSpPr>
        <p:spPr>
          <a:xfrm>
            <a:off x="230900" y="1660325"/>
            <a:ext cx="44043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>
            <p:ph idx="2" type="pic"/>
          </p:nvPr>
        </p:nvSpPr>
        <p:spPr>
          <a:xfrm>
            <a:off x="2286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1"/>
          <p:cNvSpPr/>
          <p:nvPr>
            <p:ph idx="3" type="pic"/>
          </p:nvPr>
        </p:nvSpPr>
        <p:spPr>
          <a:xfrm>
            <a:off x="318525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1"/>
          <p:cNvSpPr/>
          <p:nvPr>
            <p:ph idx="4" type="pic"/>
          </p:nvPr>
        </p:nvSpPr>
        <p:spPr>
          <a:xfrm>
            <a:off x="61419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1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1" name="Google Shape;231;p21"/>
          <p:cNvSpPr txBox="1"/>
          <p:nvPr>
            <p:ph idx="1" type="body"/>
          </p:nvPr>
        </p:nvSpPr>
        <p:spPr>
          <a:xfrm>
            <a:off x="2286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2" name="Google Shape;232;p21"/>
          <p:cNvSpPr txBox="1"/>
          <p:nvPr>
            <p:ph idx="5" type="body"/>
          </p:nvPr>
        </p:nvSpPr>
        <p:spPr>
          <a:xfrm>
            <a:off x="318525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3" name="Google Shape;233;p21"/>
          <p:cNvSpPr txBox="1"/>
          <p:nvPr>
            <p:ph idx="6" type="body"/>
          </p:nvPr>
        </p:nvSpPr>
        <p:spPr>
          <a:xfrm>
            <a:off x="61419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4" name="Google Shape;234;p21"/>
          <p:cNvSpPr txBox="1"/>
          <p:nvPr>
            <p:ph idx="7" type="subTitle"/>
          </p:nvPr>
        </p:nvSpPr>
        <p:spPr>
          <a:xfrm>
            <a:off x="2286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5" name="Google Shape;235;p21"/>
          <p:cNvSpPr txBox="1"/>
          <p:nvPr>
            <p:ph idx="8" type="subTitle"/>
          </p:nvPr>
        </p:nvSpPr>
        <p:spPr>
          <a:xfrm>
            <a:off x="318525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6" name="Google Shape;236;p21"/>
          <p:cNvSpPr txBox="1"/>
          <p:nvPr>
            <p:ph idx="9" type="subTitle"/>
          </p:nvPr>
        </p:nvSpPr>
        <p:spPr>
          <a:xfrm>
            <a:off x="61419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9" name="Google Shape;239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" name="Google Shape;245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8" name="Google Shape;24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1" name="Google Shape;251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2" name="Google Shape;252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7" name="Google Shape;257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3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3" name="Google Shape;263;p3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4" name="Google Shape;264;p3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5" name="Google Shape;265;p3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6" name="Google Shape;266;p3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3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3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2" name="Google Shape;272;p3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3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7" name="Google Shape;277;p3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3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" name="Google Shape;279;p3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3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3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5" name="Google Shape;285;p3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6" name="Google Shape;286;p3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7" name="Google Shape;287;p3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8" name="Google Shape;288;p3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3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3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1" name="Google Shape;301;p3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3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3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3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3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88025" y="635200"/>
            <a:ext cx="58020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Space Grotesk"/>
              <a:buNone/>
              <a:defRPr sz="4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11950" y="2966800"/>
            <a:ext cx="45471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 txBox="1"/>
          <p:nvPr>
            <p:ph type="title"/>
          </p:nvPr>
        </p:nvSpPr>
        <p:spPr>
          <a:xfrm>
            <a:off x="226100" y="144575"/>
            <a:ext cx="10001100" cy="32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</a:rPr>
              <a:t>Replikacija PostgreSQL baze podataka korišćenjem Leader-Follower arhitekture</a:t>
            </a:r>
            <a:endParaRPr sz="50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</p:txBody>
      </p:sp>
      <p:sp>
        <p:nvSpPr>
          <p:cNvPr id="320" name="Google Shape;320;p38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2027 Filip Stamenković</a:t>
            </a:r>
            <a:endParaRPr/>
          </a:p>
        </p:txBody>
      </p:sp>
      <p:pic>
        <p:nvPicPr>
          <p:cNvPr id="321" name="Google Shape;32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450" y="2324150"/>
            <a:ext cx="2884050" cy="248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9025" y="2112775"/>
            <a:ext cx="1369225" cy="141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9"/>
          <p:cNvSpPr txBox="1"/>
          <p:nvPr>
            <p:ph type="title"/>
          </p:nvPr>
        </p:nvSpPr>
        <p:spPr>
          <a:xfrm>
            <a:off x="212450" y="177900"/>
            <a:ext cx="57894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Uvod i motivacija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9"/>
          <p:cNvSpPr txBox="1"/>
          <p:nvPr>
            <p:ph idx="4294967295" type="body"/>
          </p:nvPr>
        </p:nvSpPr>
        <p:spPr>
          <a:xfrm>
            <a:off x="177675" y="769650"/>
            <a:ext cx="5505600" cy="3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Savremeni sistemi zahtevaju visoku dostupnost i pouzdanost podataka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Oslanjanje na jedan server predstavlja rizik i potencijalno usko grlo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Replikacija održava više kopija podataka na različitim čvorovima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Omogućava veću otpornost na otkaze i smanjenje vremena nedostupnosti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Replike se mogu koristiti za raspodelu operacija čitanja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29" name="Google Shape;32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2350" y="1353140"/>
            <a:ext cx="3290999" cy="2571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Pojam i značaj replikacije </a:t>
            </a:r>
            <a:endParaRPr/>
          </a:p>
        </p:txBody>
      </p:sp>
      <p:sp>
        <p:nvSpPr>
          <p:cNvPr id="335" name="Google Shape;335;p40"/>
          <p:cNvSpPr txBox="1"/>
          <p:nvPr>
            <p:ph idx="4294967295" type="body"/>
          </p:nvPr>
        </p:nvSpPr>
        <p:spPr>
          <a:xfrm>
            <a:off x="228600" y="1177425"/>
            <a:ext cx="4405800" cy="35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Replikacija predstavlja održavanje više kopija istih podataka na različitim serverima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Promene na jednom čvoru moraju se propagirati ka ostalim replikama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Povećava dostupnost i otpornost sistema na otkaze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Omogućava raspodelu read opterećenja između više servera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Uvodi dodatnu složenost u pogledu konzistentnosti i sinhronizacije podataka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36" name="Google Shape;33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4400" y="1465338"/>
            <a:ext cx="3109674" cy="236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1"/>
          <p:cNvSpPr txBox="1"/>
          <p:nvPr>
            <p:ph type="title"/>
          </p:nvPr>
        </p:nvSpPr>
        <p:spPr>
          <a:xfrm>
            <a:off x="212450" y="177900"/>
            <a:ext cx="64176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 replikacije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1"/>
          <p:cNvSpPr txBox="1"/>
          <p:nvPr>
            <p:ph idx="4294967295" type="body"/>
          </p:nvPr>
        </p:nvSpPr>
        <p:spPr>
          <a:xfrm>
            <a:off x="228600" y="891200"/>
            <a:ext cx="3166500" cy="40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Leader-Follower </a:t>
            </a:r>
            <a:r>
              <a:rPr lang="en" sz="1400"/>
              <a:t>— jedan čvor prihvata izmene, replike ih preuzimaju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Multi-Leader </a:t>
            </a:r>
            <a:r>
              <a:rPr lang="en" sz="1400"/>
              <a:t>— više čvorova može nezavisno prihvatati izmene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Peer-to-Peer </a:t>
            </a:r>
            <a:r>
              <a:rPr lang="en" sz="1400"/>
              <a:t>— svi čvorovi imaju ravnopravnu ulogu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Modeli se razlikuju po načinu propagacije izmena i rešavanja konflikata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Izbor modela zavisi od zahteva sistema za dostupnošću, konzistentnošću i skalabilnošću</a:t>
            </a:r>
            <a:endParaRPr sz="1400"/>
          </a:p>
        </p:txBody>
      </p:sp>
      <p:pic>
        <p:nvPicPr>
          <p:cNvPr id="343" name="Google Shape;34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5100" y="1003050"/>
            <a:ext cx="5707700" cy="313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2"/>
          <p:cNvSpPr txBox="1"/>
          <p:nvPr>
            <p:ph type="title"/>
          </p:nvPr>
        </p:nvSpPr>
        <p:spPr>
          <a:xfrm>
            <a:off x="212450" y="177900"/>
            <a:ext cx="64488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Sinhrona i asinhrona replikacija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2"/>
          <p:cNvSpPr txBox="1"/>
          <p:nvPr>
            <p:ph idx="4294967295" type="body"/>
          </p:nvPr>
        </p:nvSpPr>
        <p:spPr>
          <a:xfrm>
            <a:off x="212450" y="864125"/>
            <a:ext cx="4286100" cy="41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Kod sinhrone replikacije Primary čeka potvrdu replike pre završetka transakcije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Obezbeđuje viši nivo konzistentnosti i sigurnosti podataka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Može povećati latenciju operacija upisa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Kod asinhrone replikacije Primary ne čeka potvrdu replike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Omogućava bolje performanse, ali postoji mogućnost replication lag-a i gubitka poslednjih izmena pri otkazu</a:t>
            </a:r>
            <a:endParaRPr sz="1400"/>
          </a:p>
        </p:txBody>
      </p:sp>
      <p:pic>
        <p:nvPicPr>
          <p:cNvPr id="350" name="Google Shape;35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53500"/>
            <a:ext cx="4131450" cy="309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3"/>
          <p:cNvSpPr txBox="1"/>
          <p:nvPr>
            <p:ph type="title"/>
          </p:nvPr>
        </p:nvSpPr>
        <p:spPr>
          <a:xfrm>
            <a:off x="212450" y="177900"/>
            <a:ext cx="818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Leader-Follower arhitektura</a:t>
            </a:r>
            <a:endParaRPr/>
          </a:p>
        </p:txBody>
      </p:sp>
      <p:sp>
        <p:nvSpPr>
          <p:cNvPr id="356" name="Google Shape;356;p43"/>
          <p:cNvSpPr txBox="1"/>
          <p:nvPr>
            <p:ph idx="4294967295" type="body"/>
          </p:nvPr>
        </p:nvSpPr>
        <p:spPr>
          <a:xfrm>
            <a:off x="212450" y="854675"/>
            <a:ext cx="40824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Jedan čvor ima ulogu Leader-a (Primary)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Sve operacije upisa izvršavaju se na Leader čvoru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Promene se propagiraju ka Follower (Replica) čvorovima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Follower čvorovi održavaju kopiju podataka sa Leader-a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Operacije čitanja mogu se raspodeliti između replika</a:t>
            </a:r>
            <a:endParaRPr sz="1400"/>
          </a:p>
        </p:txBody>
      </p:sp>
      <p:pic>
        <p:nvPicPr>
          <p:cNvPr id="357" name="Google Shape;35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763500"/>
            <a:ext cx="3924300" cy="33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4"/>
          <p:cNvSpPr txBox="1"/>
          <p:nvPr>
            <p:ph type="title"/>
          </p:nvPr>
        </p:nvSpPr>
        <p:spPr>
          <a:xfrm>
            <a:off x="212450" y="177900"/>
            <a:ext cx="81870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Prednosti i ograničenja Leader-Follower arhitekture </a:t>
            </a:r>
            <a:endParaRPr/>
          </a:p>
        </p:txBody>
      </p:sp>
      <p:sp>
        <p:nvSpPr>
          <p:cNvPr id="363" name="Google Shape;363;p44"/>
          <p:cNvSpPr txBox="1"/>
          <p:nvPr>
            <p:ph idx="4294967295" type="body"/>
          </p:nvPr>
        </p:nvSpPr>
        <p:spPr>
          <a:xfrm>
            <a:off x="212450" y="1171300"/>
            <a:ext cx="37428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Prednosti</a:t>
            </a:r>
            <a:r>
              <a:rPr b="1" lang="en" sz="1400"/>
              <a:t>:</a:t>
            </a:r>
            <a:endParaRPr b="1"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Skaliranje čitanja korišćenjem više replika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Veća dostupnost i otpornost na otkaze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Mogućnost preuzimanja uloge Leader-a od strane replike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Jednostavnije upravljanje upisima zbog jednog Leader čvora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64" name="Google Shape;364;p44"/>
          <p:cNvSpPr txBox="1"/>
          <p:nvPr>
            <p:ph idx="4294967295" type="body"/>
          </p:nvPr>
        </p:nvSpPr>
        <p:spPr>
          <a:xfrm>
            <a:off x="4656650" y="1171300"/>
            <a:ext cx="37428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Ograničenja</a:t>
            </a:r>
            <a:r>
              <a:rPr b="1" lang="en" sz="1400"/>
              <a:t>:</a:t>
            </a:r>
            <a:endParaRPr b="1"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Leader može predstavljati usko grlo za write operacije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Asinhrona replikacija može dovesti do replication lag-a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Čitanje sa replike može vratiti zastarele podatke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Failover zahteva pravilno upravljanje promenom uloga čvorova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5"/>
          <p:cNvSpPr txBox="1"/>
          <p:nvPr>
            <p:ph type="title"/>
          </p:nvPr>
        </p:nvSpPr>
        <p:spPr>
          <a:xfrm>
            <a:off x="212450" y="177900"/>
            <a:ext cx="85488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PostgreSQL Streaming Replication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5"/>
          <p:cNvSpPr txBox="1"/>
          <p:nvPr>
            <p:ph idx="4294967295" type="body"/>
          </p:nvPr>
        </p:nvSpPr>
        <p:spPr>
          <a:xfrm>
            <a:off x="212450" y="964875"/>
            <a:ext cx="40314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Mehanizam fizičke replikacije u PostgreSQL-u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Primary kontinuirano generiše WAL zapise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WAL zapisi se prenose ka Standby / Replica serveru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Replica primenjuje primljene WAL zapise na svoju kopiju baze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Omogućava održavanje replike blizu trenutnog stanja Primary servera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Može raditi u sinhronom ili asinhronom režimu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71" name="Google Shape;37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429650"/>
            <a:ext cx="3446924" cy="22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6"/>
          <p:cNvSpPr txBox="1"/>
          <p:nvPr>
            <p:ph type="title"/>
          </p:nvPr>
        </p:nvSpPr>
        <p:spPr>
          <a:xfrm>
            <a:off x="212450" y="177900"/>
            <a:ext cx="74715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Write-Ahead Log (WAL)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6"/>
          <p:cNvSpPr txBox="1"/>
          <p:nvPr>
            <p:ph idx="4294967295" type="body"/>
          </p:nvPr>
        </p:nvSpPr>
        <p:spPr>
          <a:xfrm>
            <a:off x="212450" y="1248275"/>
            <a:ext cx="51687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WAL predstavlja dnevnik promena nad podacima u PostgreSQL-u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Promena se prvo zapisuje u WAL, a zatim u glavne datoteke baze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Osnovna uloga WAL-a je obezbeđivanje trajnosti i oporavka podataka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Streaming Replication koristi WAL za prenos promena ka replici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Replica reprodukuje primljene WAL zapise nad svojom kopijom baze</a:t>
            </a:r>
            <a:endParaRPr sz="1400"/>
          </a:p>
        </p:txBody>
      </p:sp>
      <p:pic>
        <p:nvPicPr>
          <p:cNvPr id="378" name="Google Shape;37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1150" y="1428888"/>
            <a:ext cx="3343124" cy="22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7"/>
          <p:cNvSpPr txBox="1"/>
          <p:nvPr>
            <p:ph type="title"/>
          </p:nvPr>
        </p:nvSpPr>
        <p:spPr>
          <a:xfrm>
            <a:off x="212450" y="177900"/>
            <a:ext cx="85554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 Sender, WAL Receiver i Replication Slots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7"/>
          <p:cNvSpPr txBox="1"/>
          <p:nvPr>
            <p:ph idx="4294967295" type="body"/>
          </p:nvPr>
        </p:nvSpPr>
        <p:spPr>
          <a:xfrm>
            <a:off x="228600" y="825800"/>
            <a:ext cx="4083000" cy="41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WAL Sender radi na Primary serveru i šalje WAL zapise replici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WAL Receiver radi na Replica serveru i prima WAL zapise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Replica primljene WAL zapise primenjuje nad lokalnom kopijom baze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Replication Slot prati koliko je WAL podataka replika obradila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Potrebni WAL zapisi se čuvaju dok ih replika ne preuzme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85" name="Google Shape;38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600" y="1009200"/>
            <a:ext cx="4541450" cy="287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8"/>
          <p:cNvSpPr txBox="1"/>
          <p:nvPr>
            <p:ph type="title"/>
          </p:nvPr>
        </p:nvSpPr>
        <p:spPr>
          <a:xfrm>
            <a:off x="212450" y="177900"/>
            <a:ext cx="77646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 Standby i Failover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8"/>
          <p:cNvSpPr txBox="1"/>
          <p:nvPr>
            <p:ph idx="4294967295" type="body"/>
          </p:nvPr>
        </p:nvSpPr>
        <p:spPr>
          <a:xfrm>
            <a:off x="228600" y="825800"/>
            <a:ext cx="4083000" cy="41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Hot Standby omogućava izvršavanje read-only upita na replici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Replica istovremeno prima i primenjuje WAL zapise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 slučaju otkaza Primary servera, replika može biti promovisana u novi Primary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Proces prelaska na repliku naziva se failover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Failover može biti ručni ili automatizovan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92" name="Google Shape;39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1875" y="67575"/>
            <a:ext cx="3463301" cy="229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244619"/>
            <a:ext cx="4083001" cy="2856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9"/>
          <p:cNvSpPr txBox="1"/>
          <p:nvPr>
            <p:ph type="title"/>
          </p:nvPr>
        </p:nvSpPr>
        <p:spPr>
          <a:xfrm>
            <a:off x="212450" y="177900"/>
            <a:ext cx="76200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Praktični deo: eksperimentalno okruženje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9"/>
          <p:cNvSpPr txBox="1"/>
          <p:nvPr>
            <p:ph idx="4294967295" type="body"/>
          </p:nvPr>
        </p:nvSpPr>
        <p:spPr>
          <a:xfrm>
            <a:off x="228600" y="825800"/>
            <a:ext cx="4083000" cy="41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Okruženje realizovano korišćenjem Docker Compose-a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Korišćene su dve instance PostgreSQL 18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 sz="1400"/>
              <a:t>postgres-primary</a:t>
            </a:r>
            <a:r>
              <a:rPr lang="en" sz="1400"/>
              <a:t> — Leader / Primary server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 sz="1400"/>
              <a:t>postgres-replica</a:t>
            </a:r>
            <a:r>
              <a:rPr lang="en" sz="1400"/>
              <a:t> — Follower / Standby server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Serveri koriste odvojene persistent volumes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Replikacija realizovana pomoću Streaming Replication-a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0"/>
          <p:cNvSpPr txBox="1"/>
          <p:nvPr>
            <p:ph type="title"/>
          </p:nvPr>
        </p:nvSpPr>
        <p:spPr>
          <a:xfrm>
            <a:off x="212450" y="177900"/>
            <a:ext cx="76200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Konfiguracija Primary i Replica servera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0"/>
          <p:cNvSpPr txBox="1"/>
          <p:nvPr>
            <p:ph idx="4294967295" type="body"/>
          </p:nvPr>
        </p:nvSpPr>
        <p:spPr>
          <a:xfrm>
            <a:off x="228600" y="825800"/>
            <a:ext cx="4083000" cy="41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Primary: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Omogućeno generisanje WAL podataka potrebnih za replikaciju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Definisan maksimalni broj WAL Sender procesa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Kreiran poseban korisnik sa REPLICATION privilegijom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Kreiran fizički replication slot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Dozvoljena konekcija Replica servera kroz pg_hba.conf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406" name="Google Shape;40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8200" y="3008725"/>
            <a:ext cx="2240625" cy="213477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0"/>
          <p:cNvSpPr txBox="1"/>
          <p:nvPr>
            <p:ph idx="4294967295" type="body"/>
          </p:nvPr>
        </p:nvSpPr>
        <p:spPr>
          <a:xfrm>
            <a:off x="4572000" y="825800"/>
            <a:ext cx="4083000" cy="41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Replica</a:t>
            </a:r>
            <a:r>
              <a:rPr lang="en" sz="1600"/>
              <a:t>: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Replica čeka da Primary server postane dostupan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Početna kopija baze kreira se pomoću pg_basebackup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Replica se povezuje na Primary koristeći replication korisnika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Koristi se prethodno kreirani replica_slot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Nakon inicijalizacije pokreće se u Standby režimu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408" name="Google Shape;40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4338" y="3008713"/>
            <a:ext cx="2447925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1"/>
          <p:cNvSpPr txBox="1"/>
          <p:nvPr>
            <p:ph type="title"/>
          </p:nvPr>
        </p:nvSpPr>
        <p:spPr>
          <a:xfrm>
            <a:off x="212450" y="177900"/>
            <a:ext cx="85263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Demonstracija rada replikacije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1"/>
          <p:cNvSpPr txBox="1"/>
          <p:nvPr>
            <p:ph idx="4294967295" type="body"/>
          </p:nvPr>
        </p:nvSpPr>
        <p:spPr>
          <a:xfrm>
            <a:off x="228600" y="825800"/>
            <a:ext cx="3268200" cy="41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Testni podaci se kreiraju i menjaju na Primary serveru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Primary generiše odgovarajuće WAL zapise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Promene se automatski prenose ka Replica serveru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Podaci se mogu pročitati na Replica serveru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Replica ostaje u read-only Standby režimu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415" name="Google Shape;41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8175" y="825800"/>
            <a:ext cx="5323625" cy="163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4500" y="2749225"/>
            <a:ext cx="5357301" cy="91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2"/>
          <p:cNvSpPr txBox="1"/>
          <p:nvPr>
            <p:ph type="title"/>
          </p:nvPr>
        </p:nvSpPr>
        <p:spPr>
          <a:xfrm>
            <a:off x="212450" y="177900"/>
            <a:ext cx="76200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Status i nadzor replikacije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52"/>
          <p:cNvSpPr txBox="1"/>
          <p:nvPr>
            <p:ph idx="4294967295" type="body"/>
          </p:nvPr>
        </p:nvSpPr>
        <p:spPr>
          <a:xfrm>
            <a:off x="228600" y="825800"/>
            <a:ext cx="3268200" cy="41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PostgreSQL omogućava praćenje replika kroz sistemske poglede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pg_stat_replication prikazuje povezane Standby servere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Moguće je pratiti stanje WAL prenosa i sinhronizacije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Status streaming označava aktivan prenos WAL zapisa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423" name="Google Shape;42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2240" y="3131550"/>
            <a:ext cx="5495860" cy="67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7650" y="1057987"/>
            <a:ext cx="2305050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212450" y="177900"/>
            <a:ext cx="67398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Otkaz Replica servera i oporavak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53"/>
          <p:cNvSpPr txBox="1"/>
          <p:nvPr/>
        </p:nvSpPr>
        <p:spPr>
          <a:xfrm>
            <a:off x="212450" y="888750"/>
            <a:ext cx="4860300" cy="16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Simuliran je prekid rada Replica servera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Primary nastavlja normalno da prihvata read/write operacije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Tokom prekida nastaju novi WAL zapisi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Nakon ponovnog pokretanja Replica nastavlja replikaciju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Propuštene promene se preuzimaju i Replica ponovo sustiže Primary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1" name="Google Shape;43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6000" y="3267350"/>
            <a:ext cx="594360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4"/>
          <p:cNvSpPr txBox="1"/>
          <p:nvPr>
            <p:ph type="title"/>
          </p:nvPr>
        </p:nvSpPr>
        <p:spPr>
          <a:xfrm>
            <a:off x="212450" y="177900"/>
            <a:ext cx="6739800" cy="16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Otkaz Primary servera i promocija Replica servera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4"/>
          <p:cNvSpPr txBox="1"/>
          <p:nvPr/>
        </p:nvSpPr>
        <p:spPr>
          <a:xfrm>
            <a:off x="212450" y="1219775"/>
            <a:ext cx="4860300" cy="16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Simuliran je potpuni otkaz Primary servera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Replica ostaje dostupna, ali je inicijalno i dalje u Standby režimu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Standby server se ručno promoviše pomoću pg_promote()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Nakon promocije Replica postaje novi Primary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Novi Primary može da prihvata read i write operacije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8" name="Google Shape;43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6350" y="721075"/>
            <a:ext cx="2824737" cy="185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2750" y="2571750"/>
            <a:ext cx="3971925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0517" y="3241900"/>
            <a:ext cx="2359257" cy="185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5"/>
          <p:cNvSpPr txBox="1"/>
          <p:nvPr>
            <p:ph type="title"/>
          </p:nvPr>
        </p:nvSpPr>
        <p:spPr>
          <a:xfrm>
            <a:off x="212450" y="177900"/>
            <a:ext cx="74715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Rezultati i zaključak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55"/>
          <p:cNvSpPr txBox="1"/>
          <p:nvPr>
            <p:ph idx="4294967295" type="body"/>
          </p:nvPr>
        </p:nvSpPr>
        <p:spPr>
          <a:xfrm>
            <a:off x="212450" y="780850"/>
            <a:ext cx="5168700" cy="42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Streaming Replication omogućava kontinuiran prenos WAL zapisa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Replica može služiti za read operacije i povećati otpornost sistema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Nakon privremenog otkaza Replica može nastaviti sinhronizaciju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 slučaju otkaza Primary servera, Replica može biti promovisana u novi Primary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Replikacija povećava dostupnost sistema, ali uvodi dodatnu složenost upravljanja i oporavka</a:t>
            </a:r>
            <a:endParaRPr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6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Hvala na pažnji!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arterly Review (Futuristic)">
  <a:themeElements>
    <a:clrScheme name="Simple Light">
      <a:dk1>
        <a:srgbClr val="070707"/>
      </a:dk1>
      <a:lt1>
        <a:srgbClr val="FFFFFF"/>
      </a:lt1>
      <a:dk2>
        <a:srgbClr val="004741"/>
      </a:dk2>
      <a:lt2>
        <a:srgbClr val="F4F4F4"/>
      </a:lt2>
      <a:accent1>
        <a:srgbClr val="6DCFBE"/>
      </a:accent1>
      <a:accent2>
        <a:srgbClr val="81F5FF"/>
      </a:accent2>
      <a:accent3>
        <a:srgbClr val="202020"/>
      </a:accent3>
      <a:accent4>
        <a:srgbClr val="008585"/>
      </a:accent4>
      <a:accent5>
        <a:srgbClr val="808080"/>
      </a:accent5>
      <a:accent6>
        <a:srgbClr val="9AE9FF"/>
      </a:accent6>
      <a:hlink>
        <a:srgbClr val="6DCFB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